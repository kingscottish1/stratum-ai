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Stratum Realty — Real Estate AI Automation</a:t>
            </a:r>
          </a:p>
          <a:p>
            <a:pPr>
              <a:defRPr sz="2000">
                <a:solidFill>
                  <a:srgbClr val="CCF0EA"/>
                </a:solidFill>
              </a:defRPr>
            </a:pPr>
            <a:r>
              <a:t>Every lead answered in under 5 minutes — even at 2am.</a:t>
            </a:r>
          </a:p>
          <a:p>
            <a:pPr>
              <a:defRPr sz="1400">
                <a:solidFill>
                  <a:srgbClr val="99E6D8"/>
                </a:solidFill>
              </a:defRPr>
            </a:pPr>
            <a:r>
              <a:t>Stratum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The solution — an AI teammate that never sleeps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Proof, not promises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Simple, outcome-based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1400"/>
              </a:spcAft>
              <a:defRPr sz="1800">
                <a:solidFill>
                  <a:srgbClr val="0F172A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Next step: we score your last 100 real leads — free — and show exactly what you missed.</a:t>
            </a:r>
          </a:p>
          <a:p>
            <a:pPr>
              <a:defRPr sz="1600">
                <a:solidFill>
                  <a:srgbClr val="CCF0EA"/>
                </a:solidFill>
              </a:defRPr>
            </a:pPr>
            <a:r>
              <a:t>hello@stratumai.com · +1 (555) 010-0000 · stratumai.com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