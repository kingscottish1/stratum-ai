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Stratum Care — Medical &amp; Dental AI Automation</a:t>
            </a:r>
          </a:p>
          <a:p>
            <a:pPr>
              <a:defRPr sz="2000">
                <a:solidFill>
                  <a:srgbClr val="CCF0EA"/>
                </a:solidFill>
              </a:defRPr>
            </a:pPr>
            <a:r>
              <a:t>Your front desk never misses another call — or booking.</a:t>
            </a:r>
          </a:p>
          <a:p>
            <a:pPr>
              <a:defRPr sz="1400">
                <a:solidFill>
                  <a:srgbClr val="99E6D8"/>
                </a:solidFill>
              </a:defRPr>
            </a:pPr>
            <a:r>
              <a:t>Stratum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solution — an AI teammate that never sleeps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Proof, not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Simple, outcome-based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Next step: we replay your own missed calls through the system — free. You keep the findings either way.</a:t>
            </a:r>
          </a:p>
          <a:p>
            <a:pPr>
              <a:defRPr sz="1600">
                <a:solidFill>
                  <a:srgbClr val="CCF0EA"/>
                </a:solidFill>
              </a:defRPr>
            </a:pPr>
            <a:r>
              <a:t>hello@stratumai.com · +1 (555) 010-0000 · stratumai.com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