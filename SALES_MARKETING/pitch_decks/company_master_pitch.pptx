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STRATUM AI</a:t>
            </a:r>
          </a:p>
          <a:p>
            <a:pPr>
              <a:defRPr sz="2200">
                <a:solidFill>
                  <a:srgbClr val="CCF0EA"/>
                </a:solidFill>
              </a:defRPr>
            </a:pPr>
            <a:r>
              <a:t>Operations, automated layer by layer.</a:t>
            </a:r>
          </a:p>
          <a:p>
            <a:pPr>
              <a:defRPr sz="1600">
                <a:solidFill>
                  <a:srgbClr val="CCF0EA"/>
                </a:solidFill>
              </a:defRPr>
            </a:pPr>
            <a:r>
              <a:t>Stratum Care · Stratum Realty · Stratum Freight</a:t>
            </a:r>
          </a:p>
          <a:p>
            <a:pPr>
              <a:defRPr sz="1300">
                <a:solidFill>
                  <a:srgbClr val="99E6D8"/>
                </a:solidFill>
              </a:defRPr>
            </a:pPr>
            <a:r>
              <a:t>Built by kingscottishDEV · N.A.S — Nexus Audit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The leak in the repetitive 80%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F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🦷 Clinics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1 in 3 calls hits voicemail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15-25% no-show rate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Front desk burns hours on booking &amp; insurance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155448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F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🏡 Brokerages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70% of leads never contacted in 5 min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Deals lost on nights &amp; weekends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Agents hate follow-up — leads go cold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55448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F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🚚 Freight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1-3% of freight spend overpaid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Disputes filed 6 weeks too late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AP buried in invoices &amp; POD chasing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One engine, three verticals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Stratum Core — shared agent engine: LLM routing, encrypted data layer, API + web app, audit trails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Stratum Care — AI front desk for clinics (booking, reminders, insurance intake)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Stratum Realty — AI lead pipeline (qualification, matching, showing booking, nurture)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Stratum Freight — AP &amp; exception automation (invoice matching, disputes, alerts)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Bring your own LLM — OpenAI, Anthropic, Azure, Groq, Ollama or any endpoint; no lock-in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Plugs into what you already use: Dentrix, EagleSoft, Follow Up Boss, RESO/MLS, TMW, QuickBooks…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Stratum Care — your front desk never misses a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Answers every call/text in &lt;30 seconds — 24/7, in your voice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Books, reschedules &amp; cancels straight into your calendar/PMS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Collects &amp; verifies insurance before the visit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48h/24h/2h reminders + no-show rebooking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Proof: 21% → 9% no-shows · 312 bookings/mo · 38 front-desk hours saved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Go-live in 2 weeks · HIPAA-aware · BAA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Stratum Realty — every lead answered in under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Qualifies every lead 0-100 in seconds (intent, budget, timeline, financing)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Hot-lead alerts to the right agent &lt;5 min — even at 2am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Books viewings on agent calendars, confirmations to both sides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3-5 matched MLS listings per lead + nurture sequences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Proof: 486 leads scored · 214 showings booked · 98% hot alerts on time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No agent training needed — the AI works FOR them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Stratum Freight — stop overpaying carriers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Every invoice matched to contract + POD before payment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Evidence-backed disputes filed in 24h, not 6 weeks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Hourly exception detection: scan gaps, late risks, missing PODs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Carrier scorecards + CFO-ready reports, automatically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Proof: $38k recovered year one · 62% auto-resolved · 30 hrs/mo saved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Free audit of 50 real invoices before you 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How it goes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F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1 · Connect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We wire your existing stack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Days, not months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Your credentials, encrypted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155448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F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2 · Tune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We replay YOUR real data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AI matches your business &amp; voice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You approve every 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55448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F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3 · Shadow → live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48h: AI works, humans approve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Then automate, workflow by workflow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One click back to manual, anytime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Built to be trusted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Encryption at rest (AES-256-GCM) — secrets never stored or returned in plaintext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JWT auth with roles · full audit trail on every sensitive action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No hardcoded secrets anywhere — config from your secret store only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Production refuses to boot with missing configuration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Demo mode is owner-testing only — mocks cannot load in production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DPA/BAA ready · bring your own AI model · your data stays yours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One-time implementation ($3.5k–$15k) + monthly platform ($750–$4,500)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Payback for clients ≤ 3 months — we prove it with a free mini-audit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Expansion: extra locations, agent seats, entities, voice AI, transaction modules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Gross margins 45-70% by vertical — healthy at small scale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LTV/CAC targets ≥ 7-12x; churn target &lt; 1.5%/mo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Where we're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Now: three verticals live, onboarding playbook locked at 14 days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Q3: reference clients per vertical + case study library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Q4: adjacent verticals (legal intake, auto shops, property management)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Next: channel partnerships (stack vendors, accountants, associations)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Next step: a free mini-audit on YOUR data</a:t>
            </a:r>
          </a:p>
          <a:p>
            <a:pPr>
              <a:defRPr sz="1700">
                <a:solidFill>
                  <a:srgbClr val="CCF0EA"/>
                </a:solidFill>
              </a:defRPr>
            </a:pPr>
            <a:r>
              <a:t>Missed calls · stale leads · 50 real invoices — we show you exactly what the system catches. You keep the findings either way.</a:t>
            </a:r>
          </a:p>
          <a:p>
            <a:pPr>
              <a:defRPr sz="1500">
                <a:solidFill>
                  <a:srgbClr val="99E6D8"/>
                </a:solidFill>
              </a:defRPr>
            </a:pPr>
            <a:r>
              <a:t>hello@stratumai.com · stratumai.com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